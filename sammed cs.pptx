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37" d="100"/>
          <a:sy n="37" d="100"/>
        </p:scale>
        <p:origin x="1941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AC02-0000-45B2-9784-B184FE23AEBA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BD6D-839A-4601-A3EE-EAC363A5B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185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AC02-0000-45B2-9784-B184FE23AEBA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BD6D-839A-4601-A3EE-EAC363A5B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33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AC02-0000-45B2-9784-B184FE23AEBA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BD6D-839A-4601-A3EE-EAC363A5B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42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AC02-0000-45B2-9784-B184FE23AEBA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BD6D-839A-4601-A3EE-EAC363A5B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24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AC02-0000-45B2-9784-B184FE23AEBA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BD6D-839A-4601-A3EE-EAC363A5B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56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AC02-0000-45B2-9784-B184FE23AEBA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BD6D-839A-4601-A3EE-EAC363A5B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683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AC02-0000-45B2-9784-B184FE23AEBA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BD6D-839A-4601-A3EE-EAC363A5B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942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AC02-0000-45B2-9784-B184FE23AEBA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BD6D-839A-4601-A3EE-EAC363A5B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18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AC02-0000-45B2-9784-B184FE23AEBA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BD6D-839A-4601-A3EE-EAC363A5B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71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AC02-0000-45B2-9784-B184FE23AEBA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BD6D-839A-4601-A3EE-EAC363A5B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505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AC02-0000-45B2-9784-B184FE23AEBA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5BD6D-839A-4601-A3EE-EAC363A5B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086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6AC02-0000-45B2-9784-B184FE23AEBA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5BD6D-839A-4601-A3EE-EAC363A5B1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44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A3C4B-708C-0D17-A1D5-BA2768ACA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57364-6CF4-9287-DEB6-8B3427C11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88490-060B-99D3-3889-D44D78DC7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9189" y="235131"/>
            <a:ext cx="6858000" cy="9906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205541-9E8A-8A0A-303E-21029A2B844F}"/>
              </a:ext>
            </a:extLst>
          </p:cNvPr>
          <p:cNvSpPr txBox="1"/>
          <p:nvPr/>
        </p:nvSpPr>
        <p:spPr>
          <a:xfrm>
            <a:off x="2717074" y="5746198"/>
            <a:ext cx="23121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SAMMED MAHAVEER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88D053-87A7-EE7D-72EF-A9951A890D0F}"/>
              </a:ext>
            </a:extLst>
          </p:cNvPr>
          <p:cNvSpPr txBox="1"/>
          <p:nvPr/>
        </p:nvSpPr>
        <p:spPr>
          <a:xfrm>
            <a:off x="2886891" y="6435632"/>
            <a:ext cx="2669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CSE SEC-D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B621A-953E-90B3-6645-62EDC69736AA}"/>
              </a:ext>
            </a:extLst>
          </p:cNvPr>
          <p:cNvSpPr txBox="1"/>
          <p:nvPr/>
        </p:nvSpPr>
        <p:spPr>
          <a:xfrm>
            <a:off x="1584960" y="3422469"/>
            <a:ext cx="4319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Daily-life numeric case studies Electricity/Water Bill Calculator</a:t>
            </a:r>
          </a:p>
        </p:txBody>
      </p:sp>
    </p:spTree>
    <p:extLst>
      <p:ext uri="{BB962C8B-B14F-4D97-AF65-F5344CB8AC3E}">
        <p14:creationId xmlns:p14="http://schemas.microsoft.com/office/powerpoint/2010/main" val="73079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CA9BF1-003F-40EE-9160-B4EF88F5D0B7}"/>
              </a:ext>
            </a:extLst>
          </p:cNvPr>
          <p:cNvSpPr/>
          <p:nvPr/>
        </p:nvSpPr>
        <p:spPr>
          <a:xfrm>
            <a:off x="353962" y="368710"/>
            <a:ext cx="6150078" cy="91685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17AF1-AA67-858A-912B-8722A94E72A5}"/>
              </a:ext>
            </a:extLst>
          </p:cNvPr>
          <p:cNvSpPr txBox="1"/>
          <p:nvPr/>
        </p:nvSpPr>
        <p:spPr>
          <a:xfrm>
            <a:off x="652616" y="872807"/>
            <a:ext cx="56006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Background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and water are essential daily utilities.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bills are calculated based on consumption.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Utility boards follow slab-wise tariff systems.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calculation is time-consuming and error-prone.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helps automate bill calculation accurately.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586C3D-80F7-598D-1A4B-544083A11BD8}"/>
              </a:ext>
            </a:extLst>
          </p:cNvPr>
          <p:cNvSpPr txBox="1"/>
          <p:nvPr/>
        </p:nvSpPr>
        <p:spPr>
          <a:xfrm>
            <a:off x="623120" y="4220014"/>
            <a:ext cx="56006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Problem Statement</a:t>
            </a:r>
          </a:p>
          <a:p>
            <a:pPr>
              <a:buNone/>
            </a:pPr>
            <a:r>
              <a:rPr lang="en-US" dirty="0"/>
              <a:t>To design and implement a C program that accepts student details such as name, roll number, and marks in 3–5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subjects</a:t>
            </a:r>
            <a:r>
              <a:rPr lang="en-US" dirty="0"/>
              <a:t>, and displays total marks, average marks, and result status.</a:t>
            </a:r>
          </a:p>
        </p:txBody>
      </p:sp>
    </p:spTree>
    <p:extLst>
      <p:ext uri="{BB962C8B-B14F-4D97-AF65-F5344CB8AC3E}">
        <p14:creationId xmlns:p14="http://schemas.microsoft.com/office/powerpoint/2010/main" val="18779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D8E891-88D8-68E8-6F0F-BB30BD57C0AF}"/>
              </a:ext>
            </a:extLst>
          </p:cNvPr>
          <p:cNvSpPr/>
          <p:nvPr/>
        </p:nvSpPr>
        <p:spPr>
          <a:xfrm>
            <a:off x="353962" y="368710"/>
            <a:ext cx="6150078" cy="91685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/>
              <a:t>3. Existing System</a:t>
            </a:r>
          </a:p>
          <a:p>
            <a:r>
              <a:rPr lang="en-US" b="1"/>
              <a:t>3.1 Description</a:t>
            </a:r>
          </a:p>
          <a:p>
            <a:r>
              <a:rPr lang="en-US"/>
              <a:t>The existing system involves manual entry of marks and calculations using registers or calculators.</a:t>
            </a:r>
          </a:p>
          <a:p>
            <a:r>
              <a:rPr lang="en-US" b="1"/>
              <a:t>3.2 Drawbacks</a:t>
            </a:r>
          </a:p>
          <a:p>
            <a:r>
              <a:rPr lang="en-US"/>
              <a:t>Time-consuming</a:t>
            </a:r>
          </a:p>
          <a:p>
            <a:r>
              <a:rPr lang="en-US"/>
              <a:t>Error-prone</a:t>
            </a:r>
          </a:p>
          <a:p>
            <a:r>
              <a:rPr lang="en-US"/>
              <a:t>Difficult to handle multiple students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5BFB8-4568-2C95-CFAD-29E4A5226E6C}"/>
              </a:ext>
            </a:extLst>
          </p:cNvPr>
          <p:cNvSpPr txBox="1"/>
          <p:nvPr/>
        </p:nvSpPr>
        <p:spPr>
          <a:xfrm>
            <a:off x="593620" y="908072"/>
            <a:ext cx="59104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Existing System</a:t>
            </a:r>
          </a:p>
          <a:p>
            <a:pPr>
              <a:buNone/>
            </a:pPr>
            <a:r>
              <a:rPr lang="en-US" b="1" dirty="0"/>
              <a:t>3.1 Description</a:t>
            </a:r>
          </a:p>
          <a:p>
            <a:pPr>
              <a:buNone/>
            </a:pPr>
            <a:r>
              <a:rPr lang="en-US" dirty="0"/>
              <a:t>The existing system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</a:t>
            </a:r>
            <a:r>
              <a:rPr lang="en-US" dirty="0"/>
              <a:t> manual entry of marks and calculations using registers or calculators.</a:t>
            </a:r>
          </a:p>
          <a:p>
            <a:pPr>
              <a:buNone/>
            </a:pPr>
            <a:r>
              <a:rPr lang="en-US" b="1" dirty="0"/>
              <a:t>3.2 Drawbacks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Time-consuming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Error-prone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 to handle multiple students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2BE58B-071D-5ADB-66C0-51468B30F8B3}"/>
              </a:ext>
            </a:extLst>
          </p:cNvPr>
          <p:cNvSpPr txBox="1"/>
          <p:nvPr/>
        </p:nvSpPr>
        <p:spPr>
          <a:xfrm>
            <a:off x="770604" y="4683656"/>
            <a:ext cx="55712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Proposed System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Description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C programming concepts to automate student result processing.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computation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maintenance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work</a:t>
            </a:r>
          </a:p>
        </p:txBody>
      </p:sp>
    </p:spTree>
    <p:extLst>
      <p:ext uri="{BB962C8B-B14F-4D97-AF65-F5344CB8AC3E}">
        <p14:creationId xmlns:p14="http://schemas.microsoft.com/office/powerpoint/2010/main" val="119580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6A81B1-C91B-F328-0FA1-DF55696AE3B2}"/>
              </a:ext>
            </a:extLst>
          </p:cNvPr>
          <p:cNvSpPr/>
          <p:nvPr/>
        </p:nvSpPr>
        <p:spPr>
          <a:xfrm>
            <a:off x="353962" y="368710"/>
            <a:ext cx="6150078" cy="91685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3. Existing System</a:t>
            </a:r>
          </a:p>
          <a:p>
            <a:r>
              <a:rPr lang="en-US" b="1" dirty="0"/>
              <a:t>3.1 Description</a:t>
            </a:r>
          </a:p>
          <a:p>
            <a:r>
              <a:rPr lang="en-US" dirty="0"/>
              <a:t>The existing system involves manual entry of marks and calculations using registers or calculators.</a:t>
            </a:r>
          </a:p>
          <a:p>
            <a:r>
              <a:rPr lang="en-US" b="1" dirty="0"/>
              <a:t>3.2 Drawbacks</a:t>
            </a:r>
          </a:p>
          <a:p>
            <a:r>
              <a:rPr lang="en-US" dirty="0"/>
              <a:t>Time-consuming</a:t>
            </a:r>
          </a:p>
          <a:p>
            <a:r>
              <a:rPr lang="en-US" dirty="0"/>
              <a:t>Error-prone</a:t>
            </a:r>
          </a:p>
          <a:p>
            <a:r>
              <a:rPr lang="en-US" dirty="0"/>
              <a:t>Difficult to handle multiple students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CE9D4-8A1D-6E84-AE5D-8C97C4A1F828}"/>
              </a:ext>
            </a:extLst>
          </p:cNvPr>
          <p:cNvSpPr txBox="1"/>
          <p:nvPr/>
        </p:nvSpPr>
        <p:spPr>
          <a:xfrm>
            <a:off x="652616" y="745158"/>
            <a:ext cx="58514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Requirements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5.1 Hardware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system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5.2 Software Requirements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compiler (GCC / Turbo C)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2989D0-A603-B06A-C559-7F1CAB36B5FE}"/>
              </a:ext>
            </a:extLst>
          </p:cNvPr>
          <p:cNvSpPr txBox="1"/>
          <p:nvPr/>
        </p:nvSpPr>
        <p:spPr>
          <a:xfrm>
            <a:off x="696861" y="4279008"/>
            <a:ext cx="55376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System Design</a:t>
            </a: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6.1 Concepts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if–else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</a:t>
            </a:r>
          </a:p>
        </p:txBody>
      </p:sp>
    </p:spTree>
    <p:extLst>
      <p:ext uri="{BB962C8B-B14F-4D97-AF65-F5344CB8AC3E}">
        <p14:creationId xmlns:p14="http://schemas.microsoft.com/office/powerpoint/2010/main" val="3109966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1B599C-6D32-6044-A1AF-62B418C5E472}"/>
              </a:ext>
            </a:extLst>
          </p:cNvPr>
          <p:cNvSpPr/>
          <p:nvPr/>
        </p:nvSpPr>
        <p:spPr>
          <a:xfrm>
            <a:off x="353962" y="368710"/>
            <a:ext cx="6150078" cy="91685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3. Existing System</a:t>
            </a:r>
          </a:p>
          <a:p>
            <a:r>
              <a:rPr lang="en-US" b="1" dirty="0"/>
              <a:t>3.1 Description</a:t>
            </a:r>
          </a:p>
          <a:p>
            <a:r>
              <a:rPr lang="en-US" dirty="0"/>
              <a:t>The existing system involves manual entry of marks and calculations using registers or calculators.</a:t>
            </a:r>
          </a:p>
          <a:p>
            <a:r>
              <a:rPr lang="en-US" b="1" dirty="0"/>
              <a:t>3.2 Drawbacks</a:t>
            </a:r>
          </a:p>
          <a:p>
            <a:r>
              <a:rPr lang="en-US" dirty="0"/>
              <a:t>Time-consuming</a:t>
            </a:r>
          </a:p>
          <a:p>
            <a:r>
              <a:rPr lang="en-US" dirty="0"/>
              <a:t>Error-prone</a:t>
            </a:r>
            <a:r>
              <a:rPr lang="en-US" b="1" dirty="0"/>
              <a:t>7. Implementation</a:t>
            </a:r>
          </a:p>
          <a:p>
            <a:r>
              <a:rPr lang="en-US" b="1" dirty="0"/>
              <a:t>7.1 Algorithm</a:t>
            </a:r>
          </a:p>
          <a:p>
            <a:r>
              <a:rPr lang="en-US" dirty="0"/>
              <a:t>Start</a:t>
            </a:r>
          </a:p>
          <a:p>
            <a:r>
              <a:rPr lang="en-US" dirty="0"/>
              <a:t>Read number of students</a:t>
            </a:r>
          </a:p>
          <a:p>
            <a:r>
              <a:rPr lang="en-US" dirty="0"/>
              <a:t>Read student name and roll number</a:t>
            </a:r>
          </a:p>
          <a:p>
            <a:r>
              <a:rPr lang="en-US" dirty="0"/>
              <a:t>Read marks of 3–5 subjects</a:t>
            </a:r>
          </a:p>
          <a:p>
            <a:r>
              <a:rPr lang="en-US" dirty="0"/>
              <a:t>Calculate total and average</a:t>
            </a:r>
          </a:p>
          <a:p>
            <a:r>
              <a:rPr lang="en-US" dirty="0"/>
              <a:t>Check pass or fail</a:t>
            </a:r>
          </a:p>
          <a:p>
            <a:r>
              <a:rPr lang="en-US" dirty="0"/>
              <a:t>Display result</a:t>
            </a:r>
          </a:p>
          <a:p>
            <a:r>
              <a:rPr lang="en-US" dirty="0"/>
              <a:t>Stop</a:t>
            </a:r>
          </a:p>
          <a:p>
            <a:endParaRPr lang="en-US" dirty="0"/>
          </a:p>
          <a:p>
            <a:r>
              <a:rPr lang="en-US" dirty="0"/>
              <a:t>Difficult to handle multiple students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7ABF4D-D785-B56D-E8BA-9D1098B59740}"/>
              </a:ext>
            </a:extLst>
          </p:cNvPr>
          <p:cNvSpPr txBox="1"/>
          <p:nvPr/>
        </p:nvSpPr>
        <p:spPr>
          <a:xfrm>
            <a:off x="635925" y="691409"/>
            <a:ext cx="343315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Implementation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7.1 Algorithm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number of students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student name and roll number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marks of 3–5 subjects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and average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pass or fail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81247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952C23-2AD4-0ACC-2C1B-8CC2C0348187}"/>
              </a:ext>
            </a:extLst>
          </p:cNvPr>
          <p:cNvSpPr/>
          <p:nvPr/>
        </p:nvSpPr>
        <p:spPr>
          <a:xfrm>
            <a:off x="353962" y="368710"/>
            <a:ext cx="6150078" cy="91685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3. Existing System</a:t>
            </a:r>
          </a:p>
          <a:p>
            <a:r>
              <a:rPr lang="en-US" b="1" dirty="0"/>
              <a:t>3.1 Description</a:t>
            </a:r>
          </a:p>
          <a:p>
            <a:r>
              <a:rPr lang="en-US" dirty="0"/>
              <a:t>The existing system involves manual entry of marks and calculations using registers or calculators.</a:t>
            </a:r>
          </a:p>
          <a:p>
            <a:r>
              <a:rPr lang="en-US" b="1" dirty="0"/>
              <a:t>3.2 Drawbacks</a:t>
            </a:r>
          </a:p>
          <a:p>
            <a:r>
              <a:rPr lang="en-US" dirty="0"/>
              <a:t>Time-consuming</a:t>
            </a:r>
          </a:p>
          <a:p>
            <a:r>
              <a:rPr lang="en-US" dirty="0"/>
              <a:t>Error-prone</a:t>
            </a:r>
            <a:r>
              <a:rPr lang="en-US" b="1" dirty="0"/>
              <a:t>7. Implementation</a:t>
            </a:r>
          </a:p>
          <a:p>
            <a:r>
              <a:rPr lang="en-US" b="1" dirty="0"/>
              <a:t>7.1 Algorithm</a:t>
            </a:r>
          </a:p>
          <a:p>
            <a:r>
              <a:rPr lang="en-US" dirty="0"/>
              <a:t>Start</a:t>
            </a:r>
          </a:p>
          <a:p>
            <a:r>
              <a:rPr lang="en-US" dirty="0"/>
              <a:t>Read number of students</a:t>
            </a:r>
          </a:p>
          <a:p>
            <a:r>
              <a:rPr lang="en-US" dirty="0"/>
              <a:t>Read student name and roll number</a:t>
            </a:r>
          </a:p>
          <a:p>
            <a:r>
              <a:rPr lang="en-US" dirty="0"/>
              <a:t>Read marks of 3–5 subjects</a:t>
            </a:r>
          </a:p>
          <a:p>
            <a:r>
              <a:rPr lang="en-US" dirty="0"/>
              <a:t>Calculate total and average</a:t>
            </a:r>
          </a:p>
          <a:p>
            <a:r>
              <a:rPr lang="en-US" dirty="0"/>
              <a:t>Check pass or fail</a:t>
            </a:r>
          </a:p>
          <a:p>
            <a:r>
              <a:rPr lang="en-US" dirty="0"/>
              <a:t>Display result</a:t>
            </a:r>
          </a:p>
          <a:p>
            <a:r>
              <a:rPr lang="en-US" dirty="0"/>
              <a:t>Stop</a:t>
            </a:r>
          </a:p>
          <a:p>
            <a:endParaRPr lang="en-US" dirty="0"/>
          </a:p>
          <a:p>
            <a:r>
              <a:rPr lang="en-US" dirty="0"/>
              <a:t>Difficult to handle multiple students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BCE1F8-7ADE-ED9D-AA6D-932BBC061982}"/>
              </a:ext>
            </a:extLst>
          </p:cNvPr>
          <p:cNvSpPr txBox="1"/>
          <p:nvPr/>
        </p:nvSpPr>
        <p:spPr>
          <a:xfrm>
            <a:off x="469669" y="663234"/>
            <a:ext cx="3433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7.2 Program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D25541-528F-FFD1-EE83-E4A9BE7D1961}"/>
              </a:ext>
            </a:extLst>
          </p:cNvPr>
          <p:cNvSpPr txBox="1"/>
          <p:nvPr/>
        </p:nvSpPr>
        <p:spPr>
          <a:xfrm>
            <a:off x="469669" y="1275637"/>
            <a:ext cx="5918661" cy="9233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 student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roll;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char name[20];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marks[5];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total;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average;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struct student s[10];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j, n, subjects;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number of students: ");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&amp;n);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number of subjects (3 to 5): ");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&amp;subjects);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].total = 0;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nEnter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Roll Number: ");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&amp;s[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].roll);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Name: ");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("%s", s[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].name);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41807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085623-EB72-0418-A07D-6EEDB9172CAA}"/>
              </a:ext>
            </a:extLst>
          </p:cNvPr>
          <p:cNvSpPr/>
          <p:nvPr/>
        </p:nvSpPr>
        <p:spPr>
          <a:xfrm>
            <a:off x="353962" y="368710"/>
            <a:ext cx="6150078" cy="91685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3. Existing System</a:t>
            </a:r>
          </a:p>
          <a:p>
            <a:r>
              <a:rPr lang="en-US" b="1" dirty="0"/>
              <a:t>3.1 Description</a:t>
            </a:r>
          </a:p>
          <a:p>
            <a:r>
              <a:rPr lang="en-US" dirty="0"/>
              <a:t>The existing system involves manual entry of marks and calculations using registers or calculators.</a:t>
            </a:r>
          </a:p>
          <a:p>
            <a:r>
              <a:rPr lang="en-US" b="1" dirty="0"/>
              <a:t>3.2 Drawbacks</a:t>
            </a:r>
          </a:p>
          <a:p>
            <a:r>
              <a:rPr lang="en-US" dirty="0"/>
              <a:t>Time-consuming</a:t>
            </a:r>
          </a:p>
          <a:p>
            <a:r>
              <a:rPr lang="en-US" dirty="0"/>
              <a:t>Error-prone</a:t>
            </a:r>
            <a:r>
              <a:rPr lang="en-US" b="1" dirty="0"/>
              <a:t>7. Implementation</a:t>
            </a:r>
          </a:p>
          <a:p>
            <a:r>
              <a:rPr lang="en-US" b="1" dirty="0"/>
              <a:t>7.1 Algorithm</a:t>
            </a:r>
          </a:p>
          <a:p>
            <a:r>
              <a:rPr lang="en-US" dirty="0"/>
              <a:t>Start</a:t>
            </a:r>
          </a:p>
          <a:p>
            <a:r>
              <a:rPr lang="en-US" dirty="0"/>
              <a:t>Read number of students</a:t>
            </a:r>
          </a:p>
          <a:p>
            <a:r>
              <a:rPr lang="en-US" dirty="0"/>
              <a:t>Read student name and roll number</a:t>
            </a:r>
          </a:p>
          <a:p>
            <a:r>
              <a:rPr lang="en-US" dirty="0"/>
              <a:t>Read marks of 3–5 subjects</a:t>
            </a:r>
          </a:p>
          <a:p>
            <a:r>
              <a:rPr lang="en-US" dirty="0"/>
              <a:t>Calculate total and average</a:t>
            </a:r>
          </a:p>
          <a:p>
            <a:r>
              <a:rPr lang="en-US" dirty="0"/>
              <a:t>Check pass or fail</a:t>
            </a:r>
          </a:p>
          <a:p>
            <a:r>
              <a:rPr lang="en-US" dirty="0"/>
              <a:t>Display result</a:t>
            </a:r>
          </a:p>
          <a:p>
            <a:r>
              <a:rPr lang="en-US" dirty="0"/>
              <a:t>Stop</a:t>
            </a:r>
          </a:p>
          <a:p>
            <a:endParaRPr lang="en-US" dirty="0"/>
          </a:p>
          <a:p>
            <a:r>
              <a:rPr lang="en-US" dirty="0"/>
              <a:t>Difficult to handle multiple students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D17CF-485A-BE11-3686-34DDCA1FB3F6}"/>
              </a:ext>
            </a:extLst>
          </p:cNvPr>
          <p:cNvSpPr txBox="1"/>
          <p:nvPr/>
        </p:nvSpPr>
        <p:spPr>
          <a:xfrm>
            <a:off x="536174" y="520070"/>
            <a:ext cx="596786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marks:\n");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for(j = 0; j &lt; subjects;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&amp;s[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].marks[j]);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].total += s[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].marks[j];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s[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].average = s[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].total / (float)subjects;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("\n----- STUDENT RESULT -----\n");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n;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nRoll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No: %d", s[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].roll);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%s", s[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].name);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nTotal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Marks: %d", s[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].total);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nAverage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Marks: %.2f", s[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].average);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if(s[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].average &gt;= 40)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nResult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PASS\n");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("\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nResult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FAIL\n");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449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02B80C-D046-D91E-6060-E569AF27AA91}"/>
              </a:ext>
            </a:extLst>
          </p:cNvPr>
          <p:cNvSpPr/>
          <p:nvPr/>
        </p:nvSpPr>
        <p:spPr>
          <a:xfrm>
            <a:off x="353962" y="368710"/>
            <a:ext cx="6150078" cy="91685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3. Existing System</a:t>
            </a:r>
          </a:p>
          <a:p>
            <a:r>
              <a:rPr lang="en-US" b="1" dirty="0"/>
              <a:t>3.1 Description</a:t>
            </a:r>
          </a:p>
          <a:p>
            <a:r>
              <a:rPr lang="en-US" dirty="0"/>
              <a:t>The existing system involves manual entry of marks and calculations using registers or calculators.</a:t>
            </a:r>
          </a:p>
          <a:p>
            <a:r>
              <a:rPr lang="en-US" b="1" dirty="0"/>
              <a:t>3.2 Drawbacks</a:t>
            </a:r>
          </a:p>
          <a:p>
            <a:r>
              <a:rPr lang="en-US" dirty="0"/>
              <a:t>Time-consuming</a:t>
            </a:r>
          </a:p>
          <a:p>
            <a:r>
              <a:rPr lang="en-US" dirty="0"/>
              <a:t>Error-prone</a:t>
            </a:r>
            <a:r>
              <a:rPr lang="en-US" b="1" dirty="0"/>
              <a:t>7. Implementation</a:t>
            </a:r>
          </a:p>
          <a:p>
            <a:r>
              <a:rPr lang="en-US" b="1" dirty="0"/>
              <a:t>7.1 Algorithm</a:t>
            </a:r>
          </a:p>
          <a:p>
            <a:r>
              <a:rPr lang="en-US" dirty="0"/>
              <a:t>Start</a:t>
            </a:r>
          </a:p>
          <a:p>
            <a:r>
              <a:rPr lang="en-US" dirty="0"/>
              <a:t>Read number of students</a:t>
            </a:r>
          </a:p>
          <a:p>
            <a:r>
              <a:rPr lang="en-US" dirty="0"/>
              <a:t>Read student name and roll number</a:t>
            </a:r>
          </a:p>
          <a:p>
            <a:r>
              <a:rPr lang="en-US" dirty="0"/>
              <a:t>Read marks of 3–5 subjects</a:t>
            </a:r>
          </a:p>
          <a:p>
            <a:r>
              <a:rPr lang="en-US" dirty="0"/>
              <a:t>Calculate total and average</a:t>
            </a:r>
          </a:p>
          <a:p>
            <a:r>
              <a:rPr lang="en-US" dirty="0"/>
              <a:t>Check pass or fail</a:t>
            </a:r>
          </a:p>
          <a:p>
            <a:r>
              <a:rPr lang="en-US" dirty="0"/>
              <a:t>Display result</a:t>
            </a:r>
          </a:p>
          <a:p>
            <a:r>
              <a:rPr lang="en-US" dirty="0"/>
              <a:t>Stop</a:t>
            </a:r>
          </a:p>
          <a:p>
            <a:endParaRPr lang="en-US" dirty="0"/>
          </a:p>
          <a:p>
            <a:r>
              <a:rPr lang="en-US" dirty="0"/>
              <a:t>Difficult to handle multiple students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99D103-86F8-3654-B004-AABB09544630}"/>
              </a:ext>
            </a:extLst>
          </p:cNvPr>
          <p:cNvSpPr txBox="1"/>
          <p:nvPr/>
        </p:nvSpPr>
        <p:spPr>
          <a:xfrm>
            <a:off x="519548" y="569527"/>
            <a:ext cx="59844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7.3 Conclusion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case study successfully implements a Student Marks and Result System using C programming. The program accurately calculates total marks, average marks, and determines pass or fail status.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reflects real-world academic requirements and reduces manual effort while improving reliability.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EDDD5-8082-3A79-A4CE-B43D994278BF}"/>
              </a:ext>
            </a:extLst>
          </p:cNvPr>
          <p:cNvSpPr txBox="1"/>
          <p:nvPr/>
        </p:nvSpPr>
        <p:spPr>
          <a:xfrm>
            <a:off x="419795" y="3650730"/>
            <a:ext cx="60842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7.4 Limitations and Future Enhancements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number of students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permanent data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grade calculation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 for data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system 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by roll number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memory allocation</a:t>
            </a:r>
          </a:p>
        </p:txBody>
      </p:sp>
    </p:spTree>
    <p:extLst>
      <p:ext uri="{BB962C8B-B14F-4D97-AF65-F5344CB8AC3E}">
        <p14:creationId xmlns:p14="http://schemas.microsoft.com/office/powerpoint/2010/main" val="1982013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4D1BBB-AC29-E1D0-159F-1887E41686CC}"/>
              </a:ext>
            </a:extLst>
          </p:cNvPr>
          <p:cNvSpPr/>
          <p:nvPr/>
        </p:nvSpPr>
        <p:spPr>
          <a:xfrm>
            <a:off x="353962" y="368710"/>
            <a:ext cx="6150078" cy="91685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8. Reflection (Experiential Learning Component)</a:t>
            </a:r>
          </a:p>
          <a:p>
            <a:r>
              <a:rPr lang="en-US" dirty="0"/>
              <a:t>This project involved applying C concepts such as arrays, structures, loops, and conditional statements. Debugging logical errors helped improve problem-solving skills. The project enhanced understanding of real-world program design and implementation.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211206-2BF0-9375-DD97-08E25C051EC7}"/>
              </a:ext>
            </a:extLst>
          </p:cNvPr>
          <p:cNvSpPr txBox="1"/>
          <p:nvPr/>
        </p:nvSpPr>
        <p:spPr>
          <a:xfrm>
            <a:off x="685802" y="1223421"/>
            <a:ext cx="58182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Reflection (Experiential Learning Component)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involved applying C concepts such as arrays, structures, loops, and conditional statements. Debugging logical errors helped improve problem-solving skills. The project enhanced understanding of real-world program design and implementation.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6E70BF-009D-A05A-A0D8-5AF2EC49F13E}"/>
              </a:ext>
            </a:extLst>
          </p:cNvPr>
          <p:cNvSpPr txBox="1"/>
          <p:nvPr/>
        </p:nvSpPr>
        <p:spPr>
          <a:xfrm>
            <a:off x="685796" y="3523224"/>
            <a:ext cx="55986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Appendix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9.1 Source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C program with proper formatting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9.2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execution screenshots</a:t>
            </a: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9.3 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 Textbook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Manual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C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611838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</TotalTime>
  <Words>1080</Words>
  <Application>Microsoft Office PowerPoint</Application>
  <PresentationFormat>A4 Paper (210x297 mm)</PresentationFormat>
  <Paragraphs>214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Pramod kumar Tumbaramatti</dc:creator>
  <cp:lastModifiedBy>Pramod kumar Tumbaramatti</cp:lastModifiedBy>
  <cp:revision>1</cp:revision>
  <dcterms:created xsi:type="dcterms:W3CDTF">2026-01-01T16:37:15Z</dcterms:created>
  <dcterms:modified xsi:type="dcterms:W3CDTF">2026-01-01T17:16:49Z</dcterms:modified>
</cp:coreProperties>
</file>